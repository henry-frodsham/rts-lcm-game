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1" r:id="rId5"/>
    <p:sldId id="263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D9046-2333-8765-2CD9-1983AFA3B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5484FB-4E88-D0F4-638D-1C61953DA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DAA48-CEA0-55F8-87A0-CB4144912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8F6-B321-94BC-E91A-F155502A5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F6138-A9B4-8547-F3A4-31A7A7FC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2234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7472E-B238-B3A9-27F7-E32545E78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48E9-461B-7EC8-8A0A-3D4C8D880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DD350-327F-F4A2-938F-BAB81A398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72537-4D33-97F0-2A84-FFD1695F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D45F7-4409-45D4-5A84-ECCE6D52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098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8E04F-7A21-73EA-3D7C-43B3CD3B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3D96D-46A4-A8B5-BFEF-BDEAA7E9D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831C3-0B2B-8CA2-951E-67AA4ACD3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DD8DC-1592-CB67-C55F-BF24B84D7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C50FA-31D8-C6CA-A9CE-CD5033568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4721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34A6A-93D1-1721-ACA9-2F8D39939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481D-DAE8-A3A2-85A3-4A26D231A2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3CEE95-472C-D0D1-4B19-F9CA94E43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83E64-6826-B75D-AF0A-DDF34350A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6374B-0859-8442-B1FF-0C23363A5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16A393-9E6B-A4DA-903C-C7507DD0E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8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82556-C264-CEA7-7DF7-85197999C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0D2E95-9FD7-B2A4-C49B-40C85F123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65435-AFAD-0B5E-7C71-67DB7E0A7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33E2EF-2FB5-EB22-1BF9-D87862BD0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C0E0C-619C-BE2C-452E-127E125FA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2594CE-2A3F-8AAC-AC16-1BA77FFBE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C607BF-BD66-41D6-696B-6AC6BB597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FC2544-E117-E3B5-7E62-2C664ED1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243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9815B-1B2F-469A-925E-EA85FF025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03ADDC-D0E2-B914-1399-F784D5AD6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A4EAC3-8875-C2E9-A375-1E5EC31FB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D90249-22E4-8822-6483-F7535702A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523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13518D-4DE6-300F-B4B8-EBCF406D6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C5C02A-2C64-54F2-5730-EB69CAAC7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DFA4-5FB4-67C9-7043-ACA3A39F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2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FCB1-2D16-69DB-52B1-7720D29C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EDC5E-B568-F512-B557-4A44BBA8E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2D814-9090-B4B6-D5F6-513FD6A62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7EEE19-4ED8-A31D-A0B5-7524FF5DE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B63A66-F859-DE7E-7287-6B6702F12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8E6E7-150C-AD3D-F5D8-21F498B5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072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D3F6-1DD6-6148-77BC-4887CF499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2FE0C-0481-6F53-E0C0-C66934316A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407E4-3DC8-1AF0-BB5B-BEFA1C1D5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FCFBB7-F6C0-6ABF-7BAF-ED7AD3093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90E3A3-1306-BFBF-CEA1-8BE0AE32F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A5F1F7-0D45-2D2E-0FDB-CBB35527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464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51337-4023-32E2-0E87-12D23AB41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7C8EF-40B8-3470-CAD3-46837DB29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D0EFF-72D6-31D1-6ADE-53BA5E9E6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BCAFF-A058-47CD-EC4C-86F08CF4F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B96F4-4F64-955A-CB22-B4AC9F404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237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A1F1E4-6EAC-B686-3905-CD673CF8A4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38EA8-A1F7-BE42-19E1-AAE8F17BB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6D3A1-B18A-7D60-E1DA-5CF6D3B03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83166-F1EF-E5D6-AC4F-525F8D019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1E5D7-031D-83E5-9C55-5D14ADF2E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944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A579CD-AF8B-39E9-C258-5D851F684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4EA4B-2E97-1C09-D1B4-FFED2C833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2A59-F923-FCFC-EA99-8F1B40BBEB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12ED9-0777-4B04-BE13-DED9E716DBE4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837B7-F18F-7A5A-5EC2-23FDC7F000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2A7A24-8A86-7FBA-A058-C49B01A68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4207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0B19-EA27-C5A9-0A79-1145C7720B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Henry Frodsham FYP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E465D6-7CB7-A811-5EB2-CC48E1850B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470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F2100-9E31-C725-4173-D6551AFD5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59AF-1579-F262-D689-CB5D6F1ED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Written fully in </a:t>
            </a:r>
            <a:r>
              <a:rPr lang="en-US" dirty="0" err="1"/>
              <a:t>c++</a:t>
            </a:r>
            <a:r>
              <a:rPr lang="en-US" dirty="0"/>
              <a:t> with Ogre3d as the primary renderer</a:t>
            </a:r>
          </a:p>
          <a:p>
            <a:r>
              <a:rPr lang="en-US" dirty="0"/>
              <a:t>Full concurrency focus with multiple users at the same time</a:t>
            </a:r>
          </a:p>
          <a:p>
            <a:r>
              <a:rPr lang="en-US" dirty="0"/>
              <a:t>Event driven architecture with event queues</a:t>
            </a:r>
          </a:p>
          <a:p>
            <a:r>
              <a:rPr lang="en-US" dirty="0"/>
              <a:t>ECS for game object storage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2178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F46F9-E139-2D9E-B524-56ACEAFD4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Ogre3d and how am I using it?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2E657-D8AF-4756-8682-828B57AA3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7499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A3BB7-C438-DECA-C25B-5F7D57F57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ECS and how am I using it?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749E8-D7CA-7FE2-0AE1-40F3CA8CE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6104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A3C54-C49F-D134-6034-E4A332016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does concurrency fit in to </a:t>
            </a:r>
            <a:r>
              <a:rPr lang="en-US"/>
              <a:t>all this?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31B05-380E-BA83-89CC-1CEEF1416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0915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6D9F-D07D-4740-DECB-C42A64056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I decide on this project?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AA111-6C11-C444-9DC0-D077CA4F0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True local multiplayer is rare, especially in the RTS genre</a:t>
            </a:r>
          </a:p>
          <a:p>
            <a:r>
              <a:rPr lang="en-US" dirty="0"/>
              <a:t>Current solutions to the problems I am tackling encounter significant performance issues</a:t>
            </a:r>
          </a:p>
          <a:p>
            <a:r>
              <a:rPr lang="en-US" dirty="0"/>
              <a:t>RTS is an ideal scenario for a concurrent environment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1909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466A-51EC-B1F8-8C58-25FA9C91A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current state of my project?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EAC57-9E73-9070-9ADB-667E5F3D4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Full concurrent input activity across multiple devices</a:t>
            </a:r>
          </a:p>
          <a:p>
            <a:r>
              <a:rPr lang="en-US" dirty="0"/>
              <a:t>Multiple game cameras with independent controls</a:t>
            </a:r>
          </a:p>
          <a:p>
            <a:r>
              <a:rPr lang="en-US" dirty="0"/>
              <a:t>complete groundwork for the future implementation of an RTS game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65144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34D4E-B377-97A4-8B38-9884B94EA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vision for the final version of my project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3708C-A77D-63CB-FFDE-68FE5E3D2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RTS game that supports any game length</a:t>
            </a:r>
            <a:r>
              <a:rPr lang="en-GB" dirty="0"/>
              <a:t> with no significant slow down regardless of how long a given game is played for </a:t>
            </a:r>
          </a:p>
          <a:p>
            <a:r>
              <a:rPr lang="en-GB" dirty="0"/>
              <a:t>Seamless split screen implementation that allows for a user to disconnect or reconnect at any time then resume where they left off</a:t>
            </a:r>
          </a:p>
          <a:p>
            <a:r>
              <a:rPr lang="en-GB" dirty="0"/>
              <a:t>Feature rich interaction between users happening in real time with no delay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63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205</Words>
  <Application>Microsoft Office PowerPoint</Application>
  <PresentationFormat>Widescreen</PresentationFormat>
  <Paragraphs>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Henry Frodsham FYP</vt:lpstr>
      <vt:lpstr>An overview of my project</vt:lpstr>
      <vt:lpstr>Why Ogre3d and how am I using it?</vt:lpstr>
      <vt:lpstr>why ECS and how am I using it?</vt:lpstr>
      <vt:lpstr>Where does concurrency fit in to all this?</vt:lpstr>
      <vt:lpstr>Why did I decide on this project?</vt:lpstr>
      <vt:lpstr>What is the current state of my project?</vt:lpstr>
      <vt:lpstr>My vision for the final version of my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Frodsham - 13C</dc:creator>
  <cp:lastModifiedBy>Henry Frodsham - 13C</cp:lastModifiedBy>
  <cp:revision>6</cp:revision>
  <dcterms:created xsi:type="dcterms:W3CDTF">2025-12-02T13:47:28Z</dcterms:created>
  <dcterms:modified xsi:type="dcterms:W3CDTF">2025-12-02T14:57:24Z</dcterms:modified>
</cp:coreProperties>
</file>