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1" r:id="rId4"/>
    <p:sldId id="257" r:id="rId5"/>
    <p:sldId id="262" r:id="rId6"/>
    <p:sldId id="263" r:id="rId7"/>
    <p:sldId id="265" r:id="rId8"/>
    <p:sldId id="266" r:id="rId9"/>
    <p:sldId id="267" r:id="rId10"/>
    <p:sldId id="268" r:id="rId11"/>
    <p:sldId id="264" r:id="rId12"/>
    <p:sldId id="26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132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D9046-2333-8765-2CD9-1983AFA3B5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5484FB-4E88-D0F4-638D-1C61953DAB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DAA48-CEA0-55F8-87A0-CB4144912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9B8F6-B321-94BC-E91A-F155502A5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7F6138-A9B4-8547-F3A4-31A7A7FC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2234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7472E-B238-B3A9-27F7-E32545E78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C48E9-461B-7EC8-8A0A-3D4C8D8803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7DD350-327F-F4A2-938F-BAB81A398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72537-4D33-97F0-2A84-FFD1695F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D45F7-4409-45D4-5A84-ECCE6D52A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09886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8E04F-7A21-73EA-3D7C-43B3CD3B8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3D96D-46A4-A8B5-BFEF-BDEAA7E9D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B831C3-0B2B-8CA2-951E-67AA4ACD3E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DD8DC-1592-CB67-C55F-BF24B84D7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CC50FA-31D8-C6CA-A9CE-CD5033568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4721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34A6A-93D1-1721-ACA9-2F8D39939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481D-DAE8-A3A2-85A3-4A26D231A2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3CEE95-472C-D0D1-4B19-F9CA94E43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283E64-6826-B75D-AF0A-DDF34350A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A6374B-0859-8442-B1FF-0C23363A5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16A393-9E6B-A4DA-903C-C7507DD0E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087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82556-C264-CEA7-7DF7-85197999C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0D2E95-9FD7-B2A4-C49B-40C85F123E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A65435-AFAD-0B5E-7C71-67DB7E0A79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33E2EF-2FB5-EB22-1BF9-D87862BD01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FC0E0C-619C-BE2C-452E-127E125FAB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2594CE-2A3F-8AAC-AC16-1BA77FFBE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C607BF-BD66-41D6-696B-6AC6BB597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FC2544-E117-E3B5-7E62-2C664ED1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2433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9815B-1B2F-469A-925E-EA85FF025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03ADDC-D0E2-B914-1399-F784D5AD6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A4EAC3-8875-C2E9-A375-1E5EC31FB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D90249-22E4-8822-6483-F7535702A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85230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13518D-4DE6-300F-B4B8-EBCF406D6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C5C02A-2C64-54F2-5730-EB69CAAC7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DFA4-5FB4-67C9-7043-ACA3A39F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892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FCB1-2D16-69DB-52B1-7720D29C6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EDC5E-B568-F512-B557-4A44BBA8E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2D814-9090-B4B6-D5F6-513FD6A62A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7EEE19-4ED8-A31D-A0B5-7524FF5DE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B63A66-F859-DE7E-7287-6B6702F12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28E6E7-150C-AD3D-F5D8-21F498B56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072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3D3F6-1DD6-6148-77BC-4887CF499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D2FE0C-0481-6F53-E0C0-C66934316A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6407E4-3DC8-1AF0-BB5B-BEFA1C1D5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FCFBB7-F6C0-6ABF-7BAF-ED7AD3093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90E3A3-1306-BFBF-CEA1-8BE0AE32F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A5F1F7-0D45-2D2E-0FDB-CBB355276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4644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51337-4023-32E2-0E87-12D23AB41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E7C8EF-40B8-3470-CAD3-46837DB29D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D0EFF-72D6-31D1-6ADE-53BA5E9E6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BCAFF-A058-47CD-EC4C-86F08CF4F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B96F4-4F64-955A-CB22-B4AC9F404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2237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A1F1E4-6EAC-B686-3905-CD673CF8A4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438EA8-A1F7-BE42-19E1-AAE8F17BBE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46D3A1-B18A-7D60-E1DA-5CF6D3B03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883166-F1EF-E5D6-AC4F-525F8D019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11E5D7-031D-83E5-9C55-5D14ADF2E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8944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A579CD-AF8B-39E9-C258-5D851F684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34EA4B-2E97-1C09-D1B4-FFED2C8330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AD2A59-F923-FCFC-EA99-8F1B40BBEB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6837B7-F18F-7A5A-5EC2-23FDC7F000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2A7A24-8A86-7FBA-A058-C49B01A682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4207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C0B19-EA27-C5A9-0A79-1145C7720B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Henry Frodsham BSc FYP 2025-26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E465D6-7CB7-A811-5EB2-CC48E1850B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46470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E6D9F-D07D-4740-DECB-C42A64056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concurrency matters in game development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BAA111-6C11-C444-9DC0-D077CA4F06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Responsiveness</a:t>
            </a:r>
            <a:r>
              <a:rPr lang="en-US" dirty="0"/>
              <a:t>: Keeps UI and input smooth during performance-intensive operations</a:t>
            </a:r>
          </a:p>
          <a:p>
            <a:r>
              <a:rPr lang="en-US" b="1" dirty="0"/>
              <a:t>Performance</a:t>
            </a:r>
            <a:r>
              <a:rPr lang="en-US" dirty="0"/>
              <a:t>: Parallelizes game logic across threads for faster execution</a:t>
            </a:r>
          </a:p>
          <a:p>
            <a:r>
              <a:rPr lang="en-US" b="1" dirty="0"/>
              <a:t>Hardware Utilization</a:t>
            </a:r>
            <a:r>
              <a:rPr lang="en-US" dirty="0"/>
              <a:t>: Leverages modern multi-core CPUs that would otherwise sit idle</a:t>
            </a:r>
          </a:p>
          <a:p>
            <a:r>
              <a:rPr lang="en-US" b="1" dirty="0"/>
              <a:t>Scalability</a:t>
            </a:r>
            <a:r>
              <a:rPr lang="en-US" dirty="0"/>
              <a:t>: Enables games to handle more entities, complex AI, and detailed physics simulations simultaneously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1909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A3931-18B6-C022-412D-D9556F471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my project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4F512-C0E6-D180-A685-5F0C8A9C99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Genre</a:t>
            </a:r>
            <a:r>
              <a:rPr lang="en-US" dirty="0"/>
              <a:t>: Real-time strategy with split-screen multiplayer</a:t>
            </a:r>
          </a:p>
          <a:p>
            <a:r>
              <a:rPr lang="en-US" b="1" dirty="0"/>
              <a:t>Country based: </a:t>
            </a:r>
            <a:r>
              <a:rPr lang="en-US" dirty="0"/>
              <a:t>the classic strategy formula of multiple countries competing with </a:t>
            </a:r>
            <a:r>
              <a:rPr lang="en-US" dirty="0" err="1"/>
              <a:t>eachother</a:t>
            </a:r>
            <a:r>
              <a:rPr lang="en-US" dirty="0"/>
              <a:t> </a:t>
            </a:r>
            <a:endParaRPr lang="en-US" b="1" dirty="0"/>
          </a:p>
          <a:p>
            <a:r>
              <a:rPr lang="en-US" b="1" dirty="0"/>
              <a:t>Performance focus: </a:t>
            </a:r>
            <a:r>
              <a:rPr lang="en-US" dirty="0" err="1"/>
              <a:t>optimised</a:t>
            </a:r>
            <a:r>
              <a:rPr lang="en-US" dirty="0"/>
              <a:t> for longer games with more units on the screen</a:t>
            </a:r>
            <a:endParaRPr lang="en-US" b="1" dirty="0"/>
          </a:p>
          <a:p>
            <a:r>
              <a:rPr lang="en-US" b="1" dirty="0"/>
              <a:t>Local Multiplayer</a:t>
            </a:r>
            <a:r>
              <a:rPr lang="en-US" dirty="0"/>
              <a:t>: Supports up to 5 players (1 keyboard + 4 controllers)</a:t>
            </a:r>
          </a:p>
          <a:p>
            <a:r>
              <a:rPr lang="en-US" b="1" dirty="0"/>
              <a:t>Split screen with birds eye view: </a:t>
            </a:r>
            <a:r>
              <a:rPr lang="en-US" dirty="0"/>
              <a:t>each player has a dedicated portion of the screen with a bird's eye view of the game world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344679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F2100-9E31-C725-4173-D6551AFD5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technical aspects of my project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659AF-1579-F262-D689-CB5D6F1EDE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265" y="1351429"/>
            <a:ext cx="11268635" cy="5372100"/>
          </a:xfrm>
        </p:spPr>
        <p:txBody>
          <a:bodyPr>
            <a:normAutofit/>
          </a:bodyPr>
          <a:lstStyle/>
          <a:p>
            <a:r>
              <a:rPr lang="en-US" b="1" dirty="0"/>
              <a:t>Programming language: </a:t>
            </a:r>
            <a:r>
              <a:rPr lang="en-US" dirty="0"/>
              <a:t>C++</a:t>
            </a:r>
          </a:p>
          <a:p>
            <a:r>
              <a:rPr lang="en-US" b="1" dirty="0"/>
              <a:t>Graphics engine: </a:t>
            </a:r>
            <a:r>
              <a:rPr lang="en-US" dirty="0"/>
              <a:t>Ogre3d</a:t>
            </a:r>
          </a:p>
          <a:p>
            <a:r>
              <a:rPr lang="en-US" b="1" dirty="0"/>
              <a:t>Concurrency focus: </a:t>
            </a:r>
            <a:r>
              <a:rPr lang="en-US" dirty="0"/>
              <a:t>each player has their own game instance running simultaneously using threads</a:t>
            </a:r>
          </a:p>
          <a:p>
            <a:r>
              <a:rPr lang="en-US" b="1" dirty="0"/>
              <a:t>Event architecture: </a:t>
            </a:r>
            <a:r>
              <a:rPr lang="en-US" dirty="0"/>
              <a:t>game instances communicate using events in conjunction with event queues to avoid race conditions</a:t>
            </a:r>
          </a:p>
          <a:p>
            <a:r>
              <a:rPr lang="en-US" b="1" dirty="0"/>
              <a:t>Entity storage: </a:t>
            </a:r>
            <a:r>
              <a:rPr lang="en-US" dirty="0"/>
              <a:t>ECS (entity component system) used for both storage and managing modular behavior of entities</a:t>
            </a:r>
          </a:p>
          <a:p>
            <a:r>
              <a:rPr lang="en-US" b="1" dirty="0"/>
              <a:t>Input handling: </a:t>
            </a:r>
            <a:r>
              <a:rPr lang="en-US" dirty="0"/>
              <a:t>SDL2 (software direct media layer) to read and distinguish multiple input devices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62178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E351C-5813-7CE5-BB49-770C13723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already implemented?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2977087-9E1F-3EF7-AFC3-B6BB1DFFF0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513" y="1690688"/>
            <a:ext cx="6193990" cy="3553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AF71B0-ABC0-C6BE-2E0A-41A1447A19F2}"/>
              </a:ext>
            </a:extLst>
          </p:cNvPr>
          <p:cNvSpPr txBox="1"/>
          <p:nvPr/>
        </p:nvSpPr>
        <p:spPr>
          <a:xfrm>
            <a:off x="6225125" y="1320494"/>
            <a:ext cx="6017559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400" b="1" dirty="0"/>
              <a:t>Input handling: </a:t>
            </a:r>
            <a:r>
              <a:rPr lang="en-US" sz="2400" dirty="0"/>
              <a:t>all devices currently plugged in are recognized and read</a:t>
            </a:r>
            <a:endParaRPr lang="en-US" sz="2400" b="1" dirty="0"/>
          </a:p>
          <a:p>
            <a:pPr marL="285750" indent="-285750">
              <a:buFontTx/>
              <a:buChar char="-"/>
            </a:pPr>
            <a:r>
              <a:rPr lang="en-US" sz="2400" b="1" dirty="0"/>
              <a:t>Split screen: </a:t>
            </a:r>
            <a:r>
              <a:rPr lang="en-US" sz="2400" dirty="0"/>
              <a:t>Each input device is assigned a portion of the screen </a:t>
            </a:r>
          </a:p>
          <a:p>
            <a:pPr marL="285750" indent="-285750">
              <a:buFontTx/>
              <a:buChar char="-"/>
            </a:pPr>
            <a:r>
              <a:rPr lang="en-US" sz="2400" b="1" dirty="0"/>
              <a:t>Disconnect handling: </a:t>
            </a:r>
            <a:r>
              <a:rPr lang="en-US" sz="2400" dirty="0"/>
              <a:t>controllers that are unplugged are automatically reconnected to the correct game instance once plugged back in</a:t>
            </a:r>
            <a:endParaRPr lang="en-US" sz="2400" b="1" dirty="0"/>
          </a:p>
          <a:p>
            <a:pPr marL="285750" indent="-285750">
              <a:buFontTx/>
              <a:buChar char="-"/>
            </a:pPr>
            <a:r>
              <a:rPr lang="en-US" sz="2400" b="1" dirty="0"/>
              <a:t>Separate camera control: </a:t>
            </a:r>
            <a:r>
              <a:rPr lang="en-US" sz="2400" dirty="0"/>
              <a:t>each device controls the perspective on the assigned portion of the screen</a:t>
            </a:r>
            <a:endParaRPr lang="en-US" sz="2400" b="1" dirty="0"/>
          </a:p>
          <a:p>
            <a:pPr marL="285750" indent="-285750">
              <a:buFontTx/>
              <a:buChar char="-"/>
            </a:pPr>
            <a:r>
              <a:rPr lang="en-US" sz="2400" b="1" dirty="0"/>
              <a:t>Entity storage: </a:t>
            </a:r>
            <a:r>
              <a:rPr lang="en-US" sz="2400" dirty="0"/>
              <a:t>the cube visible on the screen is stored using ECS</a:t>
            </a:r>
            <a:endParaRPr lang="en-US" sz="2400" b="1" dirty="0"/>
          </a:p>
          <a:p>
            <a:pPr marL="285750" indent="-285750">
              <a:buFontTx/>
              <a:buChar char="-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4994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28104-876E-E9FC-4A7F-E152A0C8A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technologies I’ve used - ECS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E14D4-3F41-0DB1-6EEC-800507D5C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719" y="1845080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	</a:t>
            </a:r>
            <a:r>
              <a:rPr lang="en-US" b="1" dirty="0"/>
              <a:t>What is ECS?</a:t>
            </a:r>
            <a:br>
              <a:rPr lang="en-US" dirty="0"/>
            </a:br>
            <a:br>
              <a:rPr lang="en-US" dirty="0"/>
            </a:br>
            <a:r>
              <a:rPr lang="en-US" dirty="0"/>
              <a:t>- ECS (entity component system) is a method of </a:t>
            </a:r>
            <a:r>
              <a:rPr lang="en-US"/>
              <a:t>storing data, </a:t>
            </a:r>
            <a:r>
              <a:rPr lang="en-US" dirty="0"/>
              <a:t>separated into entities</a:t>
            </a:r>
          </a:p>
          <a:p>
            <a:pPr marL="0" indent="0">
              <a:buNone/>
            </a:pPr>
            <a:r>
              <a:rPr lang="en-US" dirty="0"/>
              <a:t>- Each entity is separated into components which can be added or removed at any time</a:t>
            </a:r>
            <a:br>
              <a:rPr lang="en-US" dirty="0"/>
            </a:b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77F3C4-960D-BC81-6AB2-FE1F402F9712}"/>
              </a:ext>
            </a:extLst>
          </p:cNvPr>
          <p:cNvSpPr txBox="1"/>
          <p:nvPr/>
        </p:nvSpPr>
        <p:spPr>
          <a:xfrm>
            <a:off x="5492885" y="1845080"/>
            <a:ext cx="635540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	</a:t>
            </a:r>
            <a:r>
              <a:rPr lang="en-US" sz="2800" dirty="0"/>
              <a:t>	</a:t>
            </a:r>
            <a:r>
              <a:rPr lang="en-US" sz="2800" b="1" dirty="0"/>
              <a:t>why ECS?</a:t>
            </a:r>
            <a:br>
              <a:rPr lang="en-US" sz="2800" b="1" dirty="0"/>
            </a:br>
            <a:r>
              <a:rPr lang="en-US" sz="2800" dirty="0"/>
              <a:t>- </a:t>
            </a:r>
            <a:r>
              <a:rPr lang="en-US" sz="2800" b="1" dirty="0"/>
              <a:t> </a:t>
            </a:r>
            <a:r>
              <a:rPr lang="en-US" sz="2800" dirty="0"/>
              <a:t>time complexity of O(1) for component and entity operations</a:t>
            </a:r>
            <a:br>
              <a:rPr lang="en-US" sz="2800" dirty="0"/>
            </a:br>
            <a:r>
              <a:rPr lang="en-US" sz="2800" dirty="0"/>
              <a:t>- entities can be grouped together, allowing similar entities to be stored contiguously </a:t>
            </a:r>
            <a:br>
              <a:rPr lang="en-US" sz="2800" dirty="0"/>
            </a:br>
            <a:r>
              <a:rPr lang="en-US" sz="2800" dirty="0"/>
              <a:t>- extremely useful for my project, each game “unit” can easily have </a:t>
            </a:r>
            <a:r>
              <a:rPr lang="en-US" sz="2800" dirty="0" err="1"/>
              <a:t>behaviour</a:t>
            </a:r>
            <a:r>
              <a:rPr lang="en-US" sz="2800" dirty="0"/>
              <a:t> added or removed to it based on its components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892431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ED057-1A76-43BD-4580-9F7184073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how I use ECS in my project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443C9A-1B25-BA2F-EF0D-ACCECCBC68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7851" y="1561777"/>
            <a:ext cx="4174787" cy="165039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Creation of the example cube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D8501-6259-3DFF-FD8E-F273A202FB48}"/>
              </a:ext>
            </a:extLst>
          </p:cNvPr>
          <p:cNvSpPr txBox="1"/>
          <p:nvPr/>
        </p:nvSpPr>
        <p:spPr>
          <a:xfrm>
            <a:off x="7665398" y="1561777"/>
            <a:ext cx="397537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The stored components of the cube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745132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F7429-34F6-0AB8-B55A-D1F166715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technologies </a:t>
            </a:r>
            <a:r>
              <a:rPr lang="en-US" dirty="0" err="1"/>
              <a:t>ive</a:t>
            </a:r>
            <a:r>
              <a:rPr lang="en-US" dirty="0"/>
              <a:t> used – SDL2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E706C-D5D8-C6AB-669C-DD0BA3DD4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33153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SDL2</a:t>
            </a:r>
          </a:p>
          <a:p>
            <a:pPr>
              <a:buFontTx/>
              <a:buChar char="-"/>
            </a:pPr>
            <a:r>
              <a:rPr lang="en-US" dirty="0"/>
              <a:t>SDL (simple direct media layer) is a </a:t>
            </a:r>
            <a:r>
              <a:rPr lang="en-US" dirty="0" err="1"/>
              <a:t>c++</a:t>
            </a:r>
            <a:r>
              <a:rPr lang="en-US" dirty="0"/>
              <a:t> library that provides a layer of abstraction to hardware. This allows it to read input from a variety of devices and isn’t platform specific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5865011-889A-2537-AD4B-2F5C20B5FBBA}"/>
              </a:ext>
            </a:extLst>
          </p:cNvPr>
          <p:cNvSpPr txBox="1">
            <a:spLocks/>
          </p:cNvSpPr>
          <p:nvPr/>
        </p:nvSpPr>
        <p:spPr>
          <a:xfrm>
            <a:off x="5854430" y="1880749"/>
            <a:ext cx="423315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Why SDL2?</a:t>
            </a:r>
          </a:p>
          <a:p>
            <a:pPr>
              <a:buFontTx/>
              <a:buChar char="-"/>
            </a:pPr>
            <a:r>
              <a:rPr lang="en-US" dirty="0"/>
              <a:t>SDL can read multiple devices at the same time and can distinguish between them</a:t>
            </a:r>
          </a:p>
          <a:p>
            <a:pPr>
              <a:buFontTx/>
              <a:buChar char="-"/>
            </a:pPr>
            <a:r>
              <a:rPr lang="en-US" dirty="0"/>
              <a:t>SDL can be used across a variety of platforms without the hassle of using platform specific </a:t>
            </a:r>
            <a:r>
              <a:rPr lang="en-US" dirty="0" err="1"/>
              <a:t>apis</a:t>
            </a:r>
            <a:endParaRPr lang="en-US" dirty="0"/>
          </a:p>
          <a:p>
            <a:pPr>
              <a:buFontTx/>
              <a:buChar char="-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7238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169EE-702B-AA41-A682-8DC7EDA25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How I use SDL2 to read input for my project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A5B1D-E2DC-AE19-61B0-253CD63E82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2760"/>
            <a:ext cx="4025630" cy="748962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How a keypress event is processed</a:t>
            </a:r>
            <a:endParaRPr lang="en-GB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B62D5B-5997-6499-A455-A166543C6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53" y="1968414"/>
            <a:ext cx="4290124" cy="46242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D2E389-8E51-67F9-BC5F-A71F5E1C09E4}"/>
              </a:ext>
            </a:extLst>
          </p:cNvPr>
          <p:cNvSpPr txBox="1"/>
          <p:nvPr/>
        </p:nvSpPr>
        <p:spPr>
          <a:xfrm>
            <a:off x="5654489" y="1156447"/>
            <a:ext cx="615875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Key points</a:t>
            </a:r>
            <a:br>
              <a:rPr lang="en-US" sz="2800" b="1" dirty="0"/>
            </a:br>
            <a:r>
              <a:rPr lang="en-US" sz="2800" dirty="0"/>
              <a:t>- input events are discovered and sent in the main program thread</a:t>
            </a:r>
          </a:p>
          <a:p>
            <a:endParaRPr lang="en-US" sz="2800" dirty="0"/>
          </a:p>
          <a:p>
            <a:r>
              <a:rPr lang="en-US" sz="2800" dirty="0"/>
              <a:t>- Each device has a unique input translator class which is stored per game instance</a:t>
            </a:r>
          </a:p>
          <a:p>
            <a:endParaRPr lang="en-US" sz="2800" dirty="0"/>
          </a:p>
          <a:p>
            <a:r>
              <a:rPr lang="en-US" sz="2800" dirty="0"/>
              <a:t>- The input translator class stores the current state of the device, including which keys are pressed and where the cursor is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763007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67C12-62BC-8960-7CBE-6D6F21CEB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B74D34-6533-6A30-0926-CA6937D31C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198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BF52C-3872-4408-1366-972E1C245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design patterns </a:t>
            </a:r>
            <a:r>
              <a:rPr lang="en-US" dirty="0" err="1"/>
              <a:t>ive</a:t>
            </a:r>
            <a:r>
              <a:rPr lang="en-US" dirty="0"/>
              <a:t> used – Event architecture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69C97-239F-A2C4-55E5-0902A5AB5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38991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event architecture?</a:t>
            </a:r>
            <a:br>
              <a:rPr lang="en-US" b="1" dirty="0"/>
            </a:br>
            <a:br>
              <a:rPr lang="en-US" b="1" dirty="0"/>
            </a:br>
            <a:r>
              <a:rPr lang="en-US" dirty="0"/>
              <a:t>- event architecture 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479991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34D4E-B377-97A4-8B38-9884B94EA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 vision for the final version of my project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3708C-A77D-63CB-FFDE-68FE5E3D28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RTS game that supports any game length</a:t>
            </a:r>
            <a:r>
              <a:rPr lang="en-GB" dirty="0"/>
              <a:t> with no significant slow down regardless of how long a given game is played for </a:t>
            </a:r>
          </a:p>
          <a:p>
            <a:r>
              <a:rPr lang="en-GB" dirty="0"/>
              <a:t>Seamless split screen implementation that allows for a user to disconnect or reconnect at any time then resume where they left off</a:t>
            </a:r>
          </a:p>
          <a:p>
            <a:r>
              <a:rPr lang="en-GB" dirty="0"/>
              <a:t>Feature rich interaction between users happening in real time with no delay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863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3137</TotalTime>
  <Words>657</Words>
  <Application>Microsoft Office PowerPoint</Application>
  <PresentationFormat>Widescreen</PresentationFormat>
  <Paragraphs>52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Henry Frodsham BSc FYP 2025-26</vt:lpstr>
      <vt:lpstr>Why concurrency matters in game development</vt:lpstr>
      <vt:lpstr>An overview of my project</vt:lpstr>
      <vt:lpstr>The technical aspects of my project</vt:lpstr>
      <vt:lpstr>What’s already implemented?</vt:lpstr>
      <vt:lpstr>Major technologies I’ve used - ECS</vt:lpstr>
      <vt:lpstr>example of how I use ECS in my project</vt:lpstr>
      <vt:lpstr>Major technologies ive used – SDL2</vt:lpstr>
      <vt:lpstr>How I use SDL2 to read input for my project</vt:lpstr>
      <vt:lpstr>Other </vt:lpstr>
      <vt:lpstr>Major design patterns ive used – Event architecture</vt:lpstr>
      <vt:lpstr>My vision for the final version of my project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Henry Frodsham - 13C</dc:creator>
  <cp:lastModifiedBy>Henry Frodsham - 13C</cp:lastModifiedBy>
  <cp:revision>31</cp:revision>
  <dcterms:created xsi:type="dcterms:W3CDTF">2025-12-02T13:47:28Z</dcterms:created>
  <dcterms:modified xsi:type="dcterms:W3CDTF">2025-12-04T18:49:05Z</dcterms:modified>
</cp:coreProperties>
</file>